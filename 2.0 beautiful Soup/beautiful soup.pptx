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5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83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95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4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5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5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1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18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5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FAE18-86D3-4B3E-83E2-00C0B81549E0}" type="datetimeFigureOut">
              <a:rPr lang="en-US" smtClean="0"/>
              <a:t>8/30/2024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D34EC-FFE6-4C0D-8DCC-EF3A2AC51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73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Lab 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284590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65125"/>
            <a:ext cx="10515600" cy="644809"/>
          </a:xfrm>
        </p:spPr>
        <p:txBody>
          <a:bodyPr>
            <a:normAutofit fontScale="90000"/>
          </a:bodyPr>
          <a:lstStyle/>
          <a:p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Points to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 for scrapping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0" y="1581632"/>
            <a:ext cx="12192000" cy="4216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Access Restrictions/ Public Access</a:t>
            </a:r>
            <a:endParaRPr lang="en-US" alt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that the URL you are scraping is publicly accessible and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 not require login or special permissions.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Web Scraping Policies:</a:t>
            </a:r>
            <a:endParaRPr lang="en-US" altLang="en-US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Always check the website's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robots.txt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file and terms of service to ensure that scraping is allowed.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Unauthorized scraping may violate the website’s policies.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Dynamic Content/JavaScript-Loaded Content: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modern websites use JavaScript to load content dynamically.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alone cannot handle such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because it only parses static HTML. You might need tools like Selenium or Playwright for dynamic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819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Key Reasons for Using </a:t>
            </a:r>
            <a:r>
              <a:rPr lang="en-US" b="1" dirty="0" err="1" smtClean="0"/>
              <a:t>BeautifulSoup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Parsing HTML/XML</a:t>
            </a:r>
          </a:p>
          <a:p>
            <a:pPr marL="0" indent="0">
              <a:buNone/>
            </a:pPr>
            <a:r>
              <a:rPr lang="en-US" dirty="0" smtClean="0"/>
              <a:t>Simplicity and Readability:</a:t>
            </a:r>
          </a:p>
          <a:p>
            <a:pPr marL="0" indent="0">
              <a:buNone/>
            </a:pPr>
            <a:r>
              <a:rPr lang="en-US" dirty="0" smtClean="0"/>
              <a:t>Integration with Other Libraries</a:t>
            </a:r>
          </a:p>
          <a:p>
            <a:pPr marL="0" indent="0">
              <a:buNone/>
            </a:pPr>
            <a:r>
              <a:rPr lang="en-US" dirty="0" smtClean="0"/>
              <a:t>Flexible Searching</a:t>
            </a:r>
          </a:p>
          <a:p>
            <a:pPr marL="0" indent="0">
              <a:buNone/>
            </a:pPr>
            <a:r>
              <a:rPr lang="en-US" dirty="0" smtClean="0"/>
              <a:t>Data Extraction</a:t>
            </a:r>
          </a:p>
        </p:txBody>
      </p:sp>
    </p:spTree>
    <p:extLst>
      <p:ext uri="{BB962C8B-B14F-4D97-AF65-F5344CB8AC3E}">
        <p14:creationId xmlns:p14="http://schemas.microsoft.com/office/powerpoint/2010/main" val="16369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83358" y="1651120"/>
            <a:ext cx="11376546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Functions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BeautifulSoup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Initializes the 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BeautifulSoup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object with the HTML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 XML content and a parser.</a:t>
            </a:r>
            <a:endParaRPr kumimoji="0" lang="en-US" alt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find()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Finds the first tag that matches the criteria.</a:t>
            </a:r>
            <a:endParaRPr kumimoji="0" lang="en-US" alt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find_all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Finds all tags that match the criteria.</a:t>
            </a:r>
            <a:endParaRPr kumimoji="0" lang="en-US" alt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select()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Finds tags using CSS selectors.</a:t>
            </a:r>
            <a:endParaRPr kumimoji="0" lang="en-US" alt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get_text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()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Extracts the text content from a tag</a:t>
            </a:r>
            <a:endParaRPr kumimoji="0" lang="en-US" altLang="en-US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65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8615"/>
            <a:ext cx="10515600" cy="56583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requestsfrom</a:t>
            </a:r>
            <a:r>
              <a:rPr lang="en-US" dirty="0" smtClean="0"/>
              <a:t> bs4 </a:t>
            </a:r>
          </a:p>
          <a:p>
            <a:pPr marL="0" indent="0">
              <a:buNone/>
            </a:pPr>
            <a:r>
              <a:rPr lang="en-US" dirty="0" smtClean="0"/>
              <a:t>import </a:t>
            </a:r>
            <a:r>
              <a:rPr lang="en-US" dirty="0" err="1" smtClean="0"/>
              <a:t>BeautifulSoup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response=</a:t>
            </a:r>
            <a:r>
              <a:rPr lang="en-US" dirty="0" err="1" smtClean="0">
                <a:solidFill>
                  <a:srgbClr val="FF0000"/>
                </a:solidFill>
              </a:rPr>
              <a:t>requests.get</a:t>
            </a:r>
            <a:r>
              <a:rPr lang="en-US" dirty="0" smtClean="0">
                <a:solidFill>
                  <a:srgbClr val="FF0000"/>
                </a:solidFill>
              </a:rPr>
              <a:t>('https://en.wikipedia.org/wiki/</a:t>
            </a:r>
            <a:r>
              <a:rPr lang="en-US" dirty="0" err="1" smtClean="0">
                <a:solidFill>
                  <a:srgbClr val="FF0000"/>
                </a:solidFill>
              </a:rPr>
              <a:t>Main_Page</a:t>
            </a:r>
            <a:r>
              <a:rPr lang="en-US" dirty="0" smtClean="0">
                <a:solidFill>
                  <a:srgbClr val="FF0000"/>
                </a:solidFill>
              </a:rPr>
              <a:t>')</a:t>
            </a:r>
          </a:p>
          <a:p>
            <a:pPr marL="0" indent="0">
              <a:buNone/>
            </a:pPr>
            <a:r>
              <a:rPr lang="en-US" dirty="0" err="1" smtClean="0"/>
              <a:t>html_content</a:t>
            </a:r>
            <a:r>
              <a:rPr lang="en-US" dirty="0" smtClean="0"/>
              <a:t> = </a:t>
            </a:r>
            <a:r>
              <a:rPr lang="en-US" dirty="0" err="1" smtClean="0"/>
              <a:t>response.text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# Parse the HTML content</a:t>
            </a:r>
          </a:p>
          <a:p>
            <a:pPr marL="0" indent="0">
              <a:buNone/>
            </a:pPr>
            <a:r>
              <a:rPr lang="en-US" dirty="0" smtClean="0"/>
              <a:t>soup = </a:t>
            </a:r>
            <a:r>
              <a:rPr lang="en-US" dirty="0" err="1" smtClean="0"/>
              <a:t>BeautifulSoup</a:t>
            </a:r>
            <a:r>
              <a:rPr lang="en-US" dirty="0" smtClean="0"/>
              <a:t>(</a:t>
            </a:r>
            <a:r>
              <a:rPr lang="en-US" dirty="0" err="1" smtClean="0"/>
              <a:t>html_content</a:t>
            </a:r>
            <a:r>
              <a:rPr lang="en-US" dirty="0" smtClean="0"/>
              <a:t>, '</a:t>
            </a:r>
            <a:r>
              <a:rPr lang="en-US" dirty="0" err="1" smtClean="0"/>
              <a:t>html.parser</a:t>
            </a:r>
            <a:r>
              <a:rPr lang="en-US" dirty="0" smtClean="0"/>
              <a:t>')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titles = </a:t>
            </a:r>
            <a:r>
              <a:rPr lang="en-US" dirty="0" err="1" smtClean="0"/>
              <a:t>soup.find_all</a:t>
            </a:r>
            <a:r>
              <a:rPr lang="en-US" dirty="0" smtClean="0"/>
              <a:t>(‘h1')</a:t>
            </a:r>
          </a:p>
          <a:p>
            <a:pPr marL="0" indent="0">
              <a:buNone/>
            </a:pPr>
            <a:r>
              <a:rPr lang="en-US" dirty="0" smtClean="0"/>
              <a:t>for title in titles:    print(</a:t>
            </a:r>
            <a:r>
              <a:rPr lang="en-US" dirty="0" err="1" smtClean="0"/>
              <a:t>title.get_text</a:t>
            </a:r>
            <a:r>
              <a:rPr lang="en-US" dirty="0" smtClean="0"/>
              <a:t>())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4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2649</TotalTime>
  <Words>215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 Unicode MS</vt:lpstr>
      <vt:lpstr>Arial</vt:lpstr>
      <vt:lpstr>Calibri</vt:lpstr>
      <vt:lpstr>Calibri Light</vt:lpstr>
      <vt:lpstr>Office Theme</vt:lpstr>
      <vt:lpstr>Lab 5</vt:lpstr>
      <vt:lpstr>Points to Consider for scrapping</vt:lpstr>
      <vt:lpstr>Key Reasons for Using BeautifulSoup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</dc:creator>
  <cp:lastModifiedBy>CUI</cp:lastModifiedBy>
  <cp:revision>6</cp:revision>
  <dcterms:created xsi:type="dcterms:W3CDTF">2024-08-13T07:25:16Z</dcterms:created>
  <dcterms:modified xsi:type="dcterms:W3CDTF">2024-08-30T09:15:01Z</dcterms:modified>
</cp:coreProperties>
</file>
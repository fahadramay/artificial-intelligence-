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BF93-407D-42D1-8233-EECDD62CF8D3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684C-2C3C-4945-9528-AB2BB7940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81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BF93-407D-42D1-8233-EECDD62CF8D3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684C-2C3C-4945-9528-AB2BB7940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4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BF93-407D-42D1-8233-EECDD62CF8D3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684C-2C3C-4945-9528-AB2BB7940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56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BF93-407D-42D1-8233-EECDD62CF8D3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684C-2C3C-4945-9528-AB2BB7940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13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BF93-407D-42D1-8233-EECDD62CF8D3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684C-2C3C-4945-9528-AB2BB7940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5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BF93-407D-42D1-8233-EECDD62CF8D3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684C-2C3C-4945-9528-AB2BB7940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BF93-407D-42D1-8233-EECDD62CF8D3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684C-2C3C-4945-9528-AB2BB7940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3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BF93-407D-42D1-8233-EECDD62CF8D3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684C-2C3C-4945-9528-AB2BB7940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663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BF93-407D-42D1-8233-EECDD62CF8D3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684C-2C3C-4945-9528-AB2BB7940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19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BF93-407D-42D1-8233-EECDD62CF8D3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684C-2C3C-4945-9528-AB2BB7940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4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BF93-407D-42D1-8233-EECDD62CF8D3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684C-2C3C-4945-9528-AB2BB7940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99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3BF93-407D-42D1-8233-EECDD62CF8D3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7684C-2C3C-4945-9528-AB2BB7940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82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176" y="228945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1" dirty="0" smtClean="0"/>
              <a:t>BFS</a:t>
            </a:r>
            <a:br>
              <a:rPr lang="en-US" sz="6600" b="1" dirty="0" smtClean="0"/>
            </a:br>
            <a:r>
              <a:rPr lang="en-US" sz="6600" b="1" dirty="0" smtClean="0"/>
              <a:t>Breadth First Search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163672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3544" t="17298" r="19067" b="13017"/>
          <a:stretch/>
        </p:blipFill>
        <p:spPr>
          <a:xfrm>
            <a:off x="136477" y="227251"/>
            <a:ext cx="11404887" cy="663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3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6566" t="15505" r="21755" b="6770"/>
          <a:stretch/>
        </p:blipFill>
        <p:spPr>
          <a:xfrm>
            <a:off x="996286" y="0"/>
            <a:ext cx="9539785" cy="675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9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1318" y="218368"/>
            <a:ext cx="1093185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 smtClean="0"/>
              <a:t>1. Graph Representation</a:t>
            </a:r>
          </a:p>
          <a:p>
            <a:r>
              <a:rPr lang="en-US" dirty="0" smtClean="0"/>
              <a:t>The graph is represented as a dictionary where each key is a node, and the corresponding value is a list of nodes that are directly connected to it.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graph =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'A': ['B', 'C'],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'B': ['D', 'E'],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'C': ['F'],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'D': [],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'E': ['F'],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'F': []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91318" y="4001661"/>
            <a:ext cx="1093185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Starting Node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begin the BFS from a specific node, called the starting node. In this example,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'A'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is the starting node.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solidFill>
                  <a:srgbClr val="FF0000"/>
                </a:solidFill>
              </a:rPr>
              <a:t>start = 'A'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12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1025570"/>
            <a:ext cx="1201003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BFS Algorithm Execution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core of BFS is a loop that continues until there are no more nodes to explore (i.e., the queue is empty).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while queue: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node =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queue.popleft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()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 smtClean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queue.popleft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lang="en-US" altLang="en-US" sz="2400" dirty="0" smtClean="0"/>
              <a:t>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emoves and returns the leftmost node in the queue. This is the node we are currently exploring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4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8475" y="1053213"/>
            <a:ext cx="11873131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Node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Once a node is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dequeued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it is checked whether it has been visited: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if node not in visited: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 print(node)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visited.add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(node) # Mark the node as visited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node has not been visited, we "process" it (in this case, by printing it) and then add it to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visited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set to mark it as visited.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94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3856" y="1177457"/>
            <a:ext cx="1154145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6. </a:t>
            </a:r>
            <a:r>
              <a:rPr lang="en-US" sz="2400" b="1" dirty="0" err="1" smtClean="0"/>
              <a:t>Enqueue</a:t>
            </a:r>
            <a:r>
              <a:rPr lang="en-US" sz="2400" b="1" dirty="0" smtClean="0"/>
              <a:t> Adjacent Nodes</a:t>
            </a:r>
          </a:p>
          <a:p>
            <a:r>
              <a:rPr lang="en-US" sz="2400" dirty="0" smtClean="0"/>
              <a:t>After processing the current node, all its adjacent nodes (i.e., its neighbors in the graph) are </a:t>
            </a:r>
            <a:r>
              <a:rPr lang="en-US" sz="2400" dirty="0" err="1" smtClean="0"/>
              <a:t>enqueued</a:t>
            </a:r>
            <a:r>
              <a:rPr lang="en-US" sz="2400" dirty="0" smtClean="0"/>
              <a:t>, but only if they haven’t been visited yet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for neighbor in graph[node]: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if neighbor not in visited: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</a:t>
            </a:r>
            <a:r>
              <a:rPr lang="en-US" dirty="0" err="1" smtClean="0">
                <a:solidFill>
                  <a:srgbClr val="FF0000"/>
                </a:solidFill>
              </a:rPr>
              <a:t>queue.append</a:t>
            </a:r>
            <a:r>
              <a:rPr lang="en-US" dirty="0" smtClean="0">
                <a:solidFill>
                  <a:srgbClr val="FF0000"/>
                </a:solidFill>
              </a:rPr>
              <a:t>(neighbor)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67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288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 Unicode MS</vt:lpstr>
      <vt:lpstr>Arial</vt:lpstr>
      <vt:lpstr>Calibri</vt:lpstr>
      <vt:lpstr>Calibri Light</vt:lpstr>
      <vt:lpstr>Office Theme</vt:lpstr>
      <vt:lpstr>BFS Breadth First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BFS Breadth First Search</dc:title>
  <dc:creator>CUI</dc:creator>
  <cp:lastModifiedBy>CUI</cp:lastModifiedBy>
  <cp:revision>6</cp:revision>
  <dcterms:created xsi:type="dcterms:W3CDTF">2024-08-20T04:18:51Z</dcterms:created>
  <dcterms:modified xsi:type="dcterms:W3CDTF">2024-08-20T08:29:22Z</dcterms:modified>
</cp:coreProperties>
</file>
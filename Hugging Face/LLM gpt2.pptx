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252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8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9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47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02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21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8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8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E73C8-AA0E-4D3D-A0FD-9B6F21587B4E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EDA7F-8E3A-461E-ADFD-462348FE4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4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LLM using Hugging Face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967700"/>
            <a:ext cx="9144000" cy="1655762"/>
          </a:xfrm>
        </p:spPr>
        <p:txBody>
          <a:bodyPr/>
          <a:lstStyle/>
          <a:p>
            <a:r>
              <a:rPr lang="en-US" dirty="0" err="1" smtClean="0"/>
              <a:t>Mr.Fahad</a:t>
            </a:r>
            <a:r>
              <a:rPr lang="en-US" dirty="0" smtClean="0"/>
              <a:t> Amin</a:t>
            </a:r>
          </a:p>
          <a:p>
            <a:r>
              <a:rPr lang="en-US" dirty="0" smtClean="0"/>
              <a:t>Lecturer Computer Science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20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from transformers import TFGPT2LMHeadModel, GPT2Tokenizer</a:t>
            </a:r>
          </a:p>
          <a:p>
            <a:pPr marL="0" indent="0">
              <a:buNone/>
            </a:pPr>
            <a:r>
              <a:rPr lang="en-US" b="1" dirty="0" smtClean="0"/>
              <a:t>TFGPT2LMHeadModel</a:t>
            </a:r>
            <a:r>
              <a:rPr lang="en-US" dirty="0" smtClean="0"/>
              <a:t>: </a:t>
            </a:r>
          </a:p>
          <a:p>
            <a:pPr marL="0" indent="0">
              <a:buNone/>
            </a:pPr>
            <a:r>
              <a:rPr lang="en-US" dirty="0" smtClean="0"/>
              <a:t>This is the </a:t>
            </a:r>
            <a:r>
              <a:rPr lang="en-US" dirty="0" err="1" smtClean="0"/>
              <a:t>TensorFlow</a:t>
            </a:r>
            <a:r>
              <a:rPr lang="en-US" dirty="0" smtClean="0"/>
              <a:t> version of GPT-2’s language model head, which is used for text generation.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GPT2Tokenizer</a:t>
            </a:r>
            <a:r>
              <a:rPr lang="en-US" dirty="0" smtClean="0"/>
              <a:t>: </a:t>
            </a:r>
          </a:p>
          <a:p>
            <a:pPr marL="0" indent="0">
              <a:buNone/>
            </a:pPr>
            <a:r>
              <a:rPr lang="en-US" dirty="0" smtClean="0"/>
              <a:t>The tokenizer converts raw text into numerical format (tokens) that the model can understand. It also decodes the tokens back into human-readable text after generation.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53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042" y="493295"/>
            <a:ext cx="10515600" cy="58473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model_name</a:t>
            </a:r>
            <a:r>
              <a:rPr lang="en-US" dirty="0" smtClean="0">
                <a:solidFill>
                  <a:srgbClr val="FF0000"/>
                </a:solidFill>
              </a:rPr>
              <a:t> = "gpt2"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model_name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"gpt2"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specifying that you want to use the base version of GPT-2.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model = TFGPT2LMHeadModel.from_pretrained(</a:t>
            </a:r>
            <a:r>
              <a:rPr lang="en-US" dirty="0" err="1" smtClean="0">
                <a:solidFill>
                  <a:srgbClr val="FF0000"/>
                </a:solidFill>
              </a:rPr>
              <a:t>model_name</a:t>
            </a:r>
            <a:r>
              <a:rPr lang="en-US" dirty="0" smtClean="0">
                <a:solidFill>
                  <a:srgbClr val="FF0000"/>
                </a:solidFill>
              </a:rPr>
              <a:t>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TFGPT2LMHeadModel.from_pretrained(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model_name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function loads a pre-trained GPT-2 model from Hugging Face's model hub.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tokenizer = GPT2Tokenizer.from_pretrained(</a:t>
            </a:r>
            <a:r>
              <a:rPr lang="en-US" dirty="0" err="1" smtClean="0">
                <a:solidFill>
                  <a:srgbClr val="FF0000"/>
                </a:solidFill>
              </a:rPr>
              <a:t>model_name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GPT2Tokenizer.from_pretrained(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model_name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loads the corresponding tokenizer that knows how to tokenize inputs and decode outputs according to the GPT-2 model. 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98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105" y="709864"/>
            <a:ext cx="10515600" cy="576788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prompt = "who is life?“</a:t>
            </a:r>
          </a:p>
          <a:p>
            <a:pPr marL="0" indent="0">
              <a:buNone/>
            </a:pPr>
            <a:r>
              <a:rPr lang="en-US" dirty="0" smtClean="0"/>
              <a:t>Prompt to encode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Input_ids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tokenizer.encode</a:t>
            </a:r>
            <a:r>
              <a:rPr lang="en-US" dirty="0" smtClean="0">
                <a:solidFill>
                  <a:srgbClr val="FF0000"/>
                </a:solidFill>
              </a:rPr>
              <a:t>(prompt, </a:t>
            </a:r>
            <a:r>
              <a:rPr lang="en-US" dirty="0" err="1" smtClean="0">
                <a:solidFill>
                  <a:srgbClr val="FF0000"/>
                </a:solidFill>
              </a:rPr>
              <a:t>return_tensors</a:t>
            </a:r>
            <a:r>
              <a:rPr lang="en-US" dirty="0" smtClean="0">
                <a:solidFill>
                  <a:srgbClr val="FF0000"/>
                </a:solidFill>
              </a:rPr>
              <a:t>='</a:t>
            </a:r>
            <a:r>
              <a:rPr lang="en-US" dirty="0" err="1" smtClean="0">
                <a:solidFill>
                  <a:srgbClr val="FF0000"/>
                </a:solidFill>
              </a:rPr>
              <a:t>tf</a:t>
            </a:r>
            <a:r>
              <a:rPr lang="en-US" dirty="0" smtClean="0">
                <a:solidFill>
                  <a:srgbClr val="FF0000"/>
                </a:solidFill>
              </a:rPr>
              <a:t>‘</a:t>
            </a:r>
          </a:p>
          <a:p>
            <a:pPr marL="0" indent="0">
              <a:buNone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tokenizer.encode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(prompt, 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return_tensors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='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encode()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method converts the input text (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prompt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into a list of tokens (numbers) that represent words and characters.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return_tensors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='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tf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'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part ensures that the input is returned as a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TensorFlow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tensor, which is required by the model. 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95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210" y="517358"/>
            <a:ext cx="10511589" cy="56596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output = </a:t>
            </a:r>
            <a:r>
              <a:rPr lang="en-US" dirty="0" err="1" smtClean="0">
                <a:solidFill>
                  <a:srgbClr val="FF0000"/>
                </a:solidFill>
              </a:rPr>
              <a:t>model.generate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input_ids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max_length</a:t>
            </a:r>
            <a:r>
              <a:rPr lang="en-US" dirty="0" smtClean="0">
                <a:solidFill>
                  <a:srgbClr val="FF0000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num_return_sequences</a:t>
            </a:r>
            <a:r>
              <a:rPr lang="en-US" dirty="0" smtClean="0">
                <a:solidFill>
                  <a:srgbClr val="FF0000"/>
                </a:solidFill>
              </a:rPr>
              <a:t>=1,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no_repeat_ngram_size</a:t>
            </a:r>
            <a:r>
              <a:rPr lang="en-US" dirty="0" smtClean="0">
                <a:solidFill>
                  <a:srgbClr val="FF0000"/>
                </a:solidFill>
              </a:rPr>
              <a:t>=2,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do_sample</a:t>
            </a:r>
            <a:r>
              <a:rPr lang="en-US" dirty="0" smtClean="0">
                <a:solidFill>
                  <a:srgbClr val="FF0000"/>
                </a:solidFill>
              </a:rPr>
              <a:t>=True,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top_k</a:t>
            </a:r>
            <a:r>
              <a:rPr lang="en-US" dirty="0" smtClean="0">
                <a:solidFill>
                  <a:srgbClr val="FF0000"/>
                </a:solidFill>
              </a:rPr>
              <a:t>=50,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top_p</a:t>
            </a:r>
            <a:r>
              <a:rPr lang="en-US" dirty="0" smtClean="0">
                <a:solidFill>
                  <a:srgbClr val="FF0000"/>
                </a:solidFill>
              </a:rPr>
              <a:t>=0.95,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temperature=0.7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 err="1" smtClean="0"/>
              <a:t>model.generate</a:t>
            </a:r>
            <a:r>
              <a:rPr lang="en-US" b="1" dirty="0" smtClean="0"/>
              <a:t>(...)</a:t>
            </a:r>
            <a:r>
              <a:rPr lang="en-US" dirty="0" smtClean="0"/>
              <a:t>: This function generates the continuation of the text based on the input prompt. It takes several parameters to control how the text is generated: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13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3295" y="238278"/>
            <a:ext cx="10984831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input_ids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encoded prompt that serves as the starting point for text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max_length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=100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maximum number of tokens (words/characters) that the generated output can contain. This controls the length of the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num_return_sequences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=1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How many different sequences (or responses) to generate. In this case, only one response will be generated.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no_repeat_ngram_size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prevents the model from repeating phrases of 2 tokens or more. It helps to avoid repetitive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do_sample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=True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enables sampling instead of greedy decoding. It introduces randomness into the generation process, making the output more varied.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top_k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=50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restricts the model to sampling from the top 50 tokens with the highest probability at each step. This reduces randomness but still introduces variety.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top_p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=0.95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applies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nucleus sampling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 top-p sampling). The model selects tokens from the smallest possible set of tokens whose cumulative probability adds up to 0.95.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temperature=0.7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controls how random the sampling is. Lower values (like 0.7) make the output more focused, while higher values (closer to 1) make it more random. </a:t>
            </a:r>
          </a:p>
        </p:txBody>
      </p:sp>
    </p:spTree>
    <p:extLst>
      <p:ext uri="{BB962C8B-B14F-4D97-AF65-F5344CB8AC3E}">
        <p14:creationId xmlns:p14="http://schemas.microsoft.com/office/powerpoint/2010/main" val="59993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2397" cy="453423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generated_text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tokenizer.decode</a:t>
            </a:r>
            <a:r>
              <a:rPr lang="en-US" dirty="0" smtClean="0">
                <a:solidFill>
                  <a:srgbClr val="FF0000"/>
                </a:solidFill>
              </a:rPr>
              <a:t>(output[0],</a:t>
            </a:r>
            <a:r>
              <a:rPr lang="en-US" dirty="0" err="1" smtClean="0">
                <a:solidFill>
                  <a:srgbClr val="FF0000"/>
                </a:solidFill>
              </a:rPr>
              <a:t>skip_special_tokens</a:t>
            </a:r>
            <a:r>
              <a:rPr lang="en-US" dirty="0" smtClean="0">
                <a:solidFill>
                  <a:srgbClr val="FF0000"/>
                </a:solidFill>
              </a:rPr>
              <a:t>=True)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tokenizer.decode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(...)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decode()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function converts the tokenized output (numbers) back into human-readable text.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skip_special_tokens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=True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removes any special tokens (like end-of-sequence tokens) from the generated text, leaving only the clean, readable text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57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516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Unicode MS</vt:lpstr>
      <vt:lpstr>Arial</vt:lpstr>
      <vt:lpstr>Calibri</vt:lpstr>
      <vt:lpstr>Calibri Light</vt:lpstr>
      <vt:lpstr>Office Theme</vt:lpstr>
      <vt:lpstr>LLM using Hugging Face</vt:lpstr>
      <vt:lpstr>Libraries</vt:lpstr>
      <vt:lpstr>PowerPoint Presentation</vt:lpstr>
      <vt:lpstr>PowerPoint Presentation</vt:lpstr>
      <vt:lpstr>PowerPoint Presentation</vt:lpstr>
      <vt:lpstr>PowerPoint Presentation</vt:lpstr>
      <vt:lpstr>Decoding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using Hugging Face</dc:title>
  <dc:creator>CUI</dc:creator>
  <cp:lastModifiedBy>CUI</cp:lastModifiedBy>
  <cp:revision>7</cp:revision>
  <dcterms:created xsi:type="dcterms:W3CDTF">2024-09-10T09:45:09Z</dcterms:created>
  <dcterms:modified xsi:type="dcterms:W3CDTF">2024-09-28T13:32:28Z</dcterms:modified>
</cp:coreProperties>
</file>
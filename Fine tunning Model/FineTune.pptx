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31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33B7C-2ECD-416F-B4BD-3CE85CBE54F6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F3630-8EC5-4209-8F1C-1AFA3F70C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191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33B7C-2ECD-416F-B4BD-3CE85CBE54F6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F3630-8EC5-4209-8F1C-1AFA3F70C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976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33B7C-2ECD-416F-B4BD-3CE85CBE54F6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F3630-8EC5-4209-8F1C-1AFA3F70C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732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33B7C-2ECD-416F-B4BD-3CE85CBE54F6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F3630-8EC5-4209-8F1C-1AFA3F70C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242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33B7C-2ECD-416F-B4BD-3CE85CBE54F6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F3630-8EC5-4209-8F1C-1AFA3F70C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313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33B7C-2ECD-416F-B4BD-3CE85CBE54F6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F3630-8EC5-4209-8F1C-1AFA3F70C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711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33B7C-2ECD-416F-B4BD-3CE85CBE54F6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F3630-8EC5-4209-8F1C-1AFA3F70C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330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33B7C-2ECD-416F-B4BD-3CE85CBE54F6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F3630-8EC5-4209-8F1C-1AFA3F70C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05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33B7C-2ECD-416F-B4BD-3CE85CBE54F6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F3630-8EC5-4209-8F1C-1AFA3F70C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506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33B7C-2ECD-416F-B4BD-3CE85CBE54F6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F3630-8EC5-4209-8F1C-1AFA3F70C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974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33B7C-2ECD-416F-B4BD-3CE85CBE54F6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F3630-8EC5-4209-8F1C-1AFA3F70C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333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433B7C-2ECD-416F-B4BD-3CE85CBE54F6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1F3630-8EC5-4209-8F1C-1AFA3F70C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198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Fine </a:t>
            </a:r>
            <a:r>
              <a:rPr lang="en-US" dirty="0" err="1" smtClean="0"/>
              <a:t>Tunning</a:t>
            </a:r>
            <a:r>
              <a:rPr lang="en-US" dirty="0" smtClean="0"/>
              <a:t> Model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Artificial Intelligence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0791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3091" t="19775" r="19509" b="26561"/>
          <a:stretch/>
        </p:blipFill>
        <p:spPr>
          <a:xfrm>
            <a:off x="865632" y="934508"/>
            <a:ext cx="10335382" cy="4385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692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2176" t="16783" r="21590" b="24368"/>
          <a:stretch/>
        </p:blipFill>
        <p:spPr>
          <a:xfrm>
            <a:off x="391886" y="760022"/>
            <a:ext cx="11611262" cy="5498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4535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11396" t="17879" r="22175" b="36247"/>
          <a:stretch/>
        </p:blipFill>
        <p:spPr>
          <a:xfrm>
            <a:off x="0" y="1068778"/>
            <a:ext cx="11874191" cy="4370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9451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12078" t="20620" r="22272" b="25525"/>
          <a:stretch/>
        </p:blipFill>
        <p:spPr>
          <a:xfrm>
            <a:off x="258371" y="878775"/>
            <a:ext cx="11933629" cy="521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450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27078" t="21169" r="23832" b="12122"/>
          <a:stretch/>
        </p:blipFill>
        <p:spPr>
          <a:xfrm>
            <a:off x="1353787" y="0"/>
            <a:ext cx="9239002" cy="6690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7110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25242" t="21320" r="51692" b="31628"/>
          <a:stretch/>
        </p:blipFill>
        <p:spPr>
          <a:xfrm>
            <a:off x="293717" y="548691"/>
            <a:ext cx="4931426" cy="579906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26006" t="67970" r="30900"/>
          <a:stretch/>
        </p:blipFill>
        <p:spPr>
          <a:xfrm>
            <a:off x="3918858" y="3836205"/>
            <a:ext cx="6878980" cy="2724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1268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23466" t="22297" r="24325" b="21959"/>
          <a:stretch/>
        </p:blipFill>
        <p:spPr>
          <a:xfrm>
            <a:off x="221514" y="273131"/>
            <a:ext cx="10852005" cy="6175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67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11591" t="22266" r="15649" b="27109"/>
          <a:stretch/>
        </p:blipFill>
        <p:spPr>
          <a:xfrm>
            <a:off x="902525" y="1425038"/>
            <a:ext cx="10311980" cy="3823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3365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</TotalTime>
  <Words>5</Words>
  <Application>Microsoft Office PowerPoint</Application>
  <PresentationFormat>Widescreen</PresentationFormat>
  <Paragraphs>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Fine Tunning Model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Fine-Tunning Model</dc:title>
  <dc:creator>CUI</dc:creator>
  <cp:lastModifiedBy>CUI</cp:lastModifiedBy>
  <cp:revision>7</cp:revision>
  <dcterms:created xsi:type="dcterms:W3CDTF">2024-11-20T04:19:24Z</dcterms:created>
  <dcterms:modified xsi:type="dcterms:W3CDTF">2024-11-20T09:54:09Z</dcterms:modified>
</cp:coreProperties>
</file>
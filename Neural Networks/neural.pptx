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4" r:id="rId6"/>
    <p:sldId id="259" r:id="rId7"/>
    <p:sldId id="260" r:id="rId8"/>
    <p:sldId id="262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2CB-0BE9-4924-80F2-B9D70D6F1338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A19C-684D-4C66-A453-E41733D24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51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2CB-0BE9-4924-80F2-B9D70D6F1338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A19C-684D-4C66-A453-E41733D24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90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2CB-0BE9-4924-80F2-B9D70D6F1338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A19C-684D-4C66-A453-E41733D24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469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2CB-0BE9-4924-80F2-B9D70D6F1338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A19C-684D-4C66-A453-E41733D24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68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2CB-0BE9-4924-80F2-B9D70D6F1338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A19C-684D-4C66-A453-E41733D24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53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2CB-0BE9-4924-80F2-B9D70D6F1338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A19C-684D-4C66-A453-E41733D24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4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2CB-0BE9-4924-80F2-B9D70D6F1338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A19C-684D-4C66-A453-E41733D24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21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2CB-0BE9-4924-80F2-B9D70D6F1338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A19C-684D-4C66-A453-E41733D24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43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2CB-0BE9-4924-80F2-B9D70D6F1338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A19C-684D-4C66-A453-E41733D24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967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2CB-0BE9-4924-80F2-B9D70D6F1338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A19C-684D-4C66-A453-E41733D24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4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2CB-0BE9-4924-80F2-B9D70D6F1338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6A19C-684D-4C66-A453-E41733D24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42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B82CB-0BE9-4924-80F2-B9D70D6F1338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6A19C-684D-4C66-A453-E41733D24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477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Neural Networks Lab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Artificial intelligence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066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 the Neural Network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model</a:t>
            </a:r>
            <a:r>
              <a:rPr lang="en-US" b="1" dirty="0" smtClean="0"/>
              <a:t> = </a:t>
            </a:r>
            <a:r>
              <a:rPr lang="en-US" b="1" dirty="0" err="1" smtClean="0"/>
              <a:t>tf.keras.Sequential</a:t>
            </a:r>
            <a:r>
              <a:rPr lang="en-US" b="1" dirty="0" smtClean="0"/>
              <a:t>([</a:t>
            </a:r>
          </a:p>
          <a:p>
            <a:pPr marL="0" indent="0">
              <a:buNone/>
            </a:pPr>
            <a:r>
              <a:rPr lang="en-US" b="1" dirty="0" smtClean="0"/>
              <a:t>    </a:t>
            </a:r>
            <a:r>
              <a:rPr lang="en-US" b="1" dirty="0" err="1" smtClean="0"/>
              <a:t>tf.keras.layers.Dense</a:t>
            </a:r>
            <a:r>
              <a:rPr lang="en-US" b="1" dirty="0" smtClean="0"/>
              <a:t>(units=, </a:t>
            </a:r>
            <a:r>
              <a:rPr lang="en-US" b="1" dirty="0" err="1" smtClean="0"/>
              <a:t>input_shape</a:t>
            </a:r>
            <a:r>
              <a:rPr lang="en-US" b="1" dirty="0" smtClean="0"/>
              <a:t>=[], activation='')])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31766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2498" t="20541" r="15141" b="10958"/>
          <a:stretch/>
        </p:blipFill>
        <p:spPr>
          <a:xfrm>
            <a:off x="997527" y="498763"/>
            <a:ext cx="8787741" cy="612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05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Compile the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 smtClean="0"/>
              <a:t>model.compile</a:t>
            </a:r>
            <a:r>
              <a:rPr lang="en-US" b="1" dirty="0" smtClean="0"/>
              <a:t>(optimizer='', loss='', metrics=[''])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222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7880" t="31186" r="16014" b="13140"/>
          <a:stretch/>
        </p:blipFill>
        <p:spPr>
          <a:xfrm>
            <a:off x="878775" y="142503"/>
            <a:ext cx="10248405" cy="659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405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Train the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model.fit</a:t>
            </a:r>
            <a:r>
              <a:rPr lang="en-US" dirty="0" smtClean="0"/>
              <a:t>(data, labels, epochs=)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926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a Prediction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prediction = </a:t>
            </a:r>
            <a:r>
              <a:rPr lang="en-US" dirty="0" err="1" smtClean="0"/>
              <a:t>model.predict</a:t>
            </a:r>
            <a:r>
              <a:rPr lang="en-US" dirty="0" smtClean="0"/>
              <a:t> ([[,s ,s, s]])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print(prediction[0][0])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666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Prediction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if prediction[0][0] &gt; 0.5: print(“event A.") </a:t>
            </a:r>
          </a:p>
          <a:p>
            <a:pPr marL="0" indent="0">
              <a:buNone/>
            </a:pPr>
            <a:r>
              <a:rPr lang="en-US" dirty="0" smtClean="0"/>
              <a:t>else: print</a:t>
            </a:r>
            <a:r>
              <a:rPr lang="en-US" dirty="0"/>
              <a:t>(" event </a:t>
            </a:r>
            <a:r>
              <a:rPr lang="en-US" dirty="0" smtClean="0"/>
              <a:t>B </a:t>
            </a:r>
            <a:r>
              <a:rPr lang="en-US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509079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934" t="24635" r="17216" b="14233"/>
          <a:stretch/>
        </p:blipFill>
        <p:spPr>
          <a:xfrm>
            <a:off x="1484416" y="684200"/>
            <a:ext cx="8633362" cy="531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488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78</Words>
  <Application>Microsoft Office PowerPoint</Application>
  <PresentationFormat>Widescreen</PresentationFormat>
  <Paragraphs>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Neural Networks Lab</vt:lpstr>
      <vt:lpstr>Build the Neural Network Model</vt:lpstr>
      <vt:lpstr>PowerPoint Presentation</vt:lpstr>
      <vt:lpstr>Compile the Model</vt:lpstr>
      <vt:lpstr>PowerPoint Presentation</vt:lpstr>
      <vt:lpstr>Train the Model</vt:lpstr>
      <vt:lpstr>Make a Prediction</vt:lpstr>
      <vt:lpstr>Prediction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CUI</dc:creator>
  <cp:lastModifiedBy>Microsoft account</cp:lastModifiedBy>
  <cp:revision>6</cp:revision>
  <dcterms:created xsi:type="dcterms:W3CDTF">2024-09-05T15:31:27Z</dcterms:created>
  <dcterms:modified xsi:type="dcterms:W3CDTF">2025-08-20T04:08:03Z</dcterms:modified>
</cp:coreProperties>
</file>
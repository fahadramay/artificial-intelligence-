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9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7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9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9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3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7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0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1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2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2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435E6-9415-45BF-A5F9-C56B3ADBDAA5}" type="datetimeFigureOut">
              <a:rPr lang="en-US" smtClean="0"/>
              <a:t>02/25/2026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99B04-431A-4935-AA68-7D085DC5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3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for Front 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165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3132"/>
            <a:ext cx="10515600" cy="5903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Library: </a:t>
            </a:r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st.title</a:t>
            </a:r>
            <a:r>
              <a:rPr lang="en-US" dirty="0"/>
              <a:t>(“</a:t>
            </a:r>
            <a:r>
              <a:rPr lang="en-US" dirty="0">
                <a:solidFill>
                  <a:srgbClr val="FF0000"/>
                </a:solidFill>
              </a:rPr>
              <a:t>Title</a:t>
            </a:r>
            <a:r>
              <a:rPr lang="en-US" dirty="0"/>
              <a:t>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input=</a:t>
            </a:r>
            <a:r>
              <a:rPr lang="en-US" dirty="0" err="1"/>
              <a:t>st.number_input</a:t>
            </a:r>
            <a:r>
              <a:rPr lang="en-US" dirty="0"/>
              <a:t>(“</a:t>
            </a:r>
            <a:r>
              <a:rPr lang="en-US" dirty="0">
                <a:solidFill>
                  <a:srgbClr val="FF0000"/>
                </a:solidFill>
              </a:rPr>
              <a:t>input as number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Inpu2t=</a:t>
            </a:r>
            <a:r>
              <a:rPr lang="en-US" dirty="0" err="1"/>
              <a:t>st.text_area</a:t>
            </a:r>
            <a:r>
              <a:rPr lang="en-US" dirty="0"/>
              <a:t>(“</a:t>
            </a:r>
            <a:r>
              <a:rPr lang="en-US" dirty="0">
                <a:solidFill>
                  <a:srgbClr val="FF0000"/>
                </a:solidFill>
              </a:rPr>
              <a:t>input as string</a:t>
            </a:r>
            <a:r>
              <a:rPr lang="en-US" dirty="0"/>
              <a:t>”)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st.button</a:t>
            </a:r>
            <a:r>
              <a:rPr lang="en-US" dirty="0"/>
              <a:t>(“</a:t>
            </a:r>
            <a:r>
              <a:rPr lang="en-US" dirty="0">
                <a:solidFill>
                  <a:srgbClr val="FF0000"/>
                </a:solidFill>
              </a:rPr>
              <a:t>Button</a:t>
            </a:r>
            <a:r>
              <a:rPr lang="en-US" dirty="0"/>
              <a:t>"):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st.write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Output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6886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Slider for selecting a range of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salary_range</a:t>
            </a:r>
            <a:r>
              <a:rPr lang="en-US" dirty="0"/>
              <a:t> = </a:t>
            </a:r>
            <a:r>
              <a:rPr lang="en-US" dirty="0" err="1"/>
              <a:t>st.slider</a:t>
            </a:r>
            <a:r>
              <a:rPr lang="en-US" dirty="0"/>
              <a:t>("Select your expected salary range:", </a:t>
            </a:r>
            <a:r>
              <a:rPr lang="en-US" dirty="0" err="1"/>
              <a:t>min_value</a:t>
            </a:r>
            <a:r>
              <a:rPr lang="en-US" dirty="0"/>
              <a:t>=30000, </a:t>
            </a:r>
            <a:r>
              <a:rPr lang="en-US" dirty="0" err="1"/>
              <a:t>max_value</a:t>
            </a:r>
            <a:r>
              <a:rPr lang="en-US" dirty="0"/>
              <a:t>=150000, value=(50000, 100000))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st.write</a:t>
            </a:r>
            <a:r>
              <a:rPr lang="en-US" dirty="0"/>
              <a:t>("Your selected salary range is" , </a:t>
            </a:r>
            <a:r>
              <a:rPr lang="en-US" dirty="0" err="1"/>
              <a:t>salary_range</a:t>
            </a:r>
            <a:r>
              <a:rPr lang="en-US" dirty="0"/>
              <a:t>[0], </a:t>
            </a:r>
            <a:r>
              <a:rPr lang="en-US" dirty="0" err="1"/>
              <a:t>salary_range</a:t>
            </a:r>
            <a:r>
              <a:rPr lang="en-US" dirty="0"/>
              <a:t>[1])</a:t>
            </a:r>
          </a:p>
        </p:txBody>
      </p:sp>
    </p:spTree>
    <p:extLst>
      <p:ext uri="{BB962C8B-B14F-4D97-AF65-F5344CB8AC3E}">
        <p14:creationId xmlns:p14="http://schemas.microsoft.com/office/powerpoint/2010/main" val="395472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3766"/>
            <a:ext cx="10515600" cy="5583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PIL import Image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st.title</a:t>
            </a:r>
            <a:r>
              <a:rPr lang="en-US" dirty="0"/>
              <a:t>("Browse and Display Picture")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picture = </a:t>
            </a:r>
            <a:r>
              <a:rPr lang="en-US" b="1" dirty="0" err="1">
                <a:solidFill>
                  <a:srgbClr val="FF0000"/>
                </a:solidFill>
              </a:rPr>
              <a:t>st.file_uploader</a:t>
            </a:r>
            <a:r>
              <a:rPr lang="en-US" b="1" dirty="0">
                <a:solidFill>
                  <a:srgbClr val="FF0000"/>
                </a:solidFill>
              </a:rPr>
              <a:t>("Choose an image...", type=["jpg", "jpeg", "</a:t>
            </a:r>
            <a:r>
              <a:rPr lang="en-US" b="1" dirty="0" err="1">
                <a:solidFill>
                  <a:srgbClr val="FF0000"/>
                </a:solidFill>
              </a:rPr>
              <a:t>png</a:t>
            </a:r>
            <a:r>
              <a:rPr lang="en-US" b="1" dirty="0">
                <a:solidFill>
                  <a:srgbClr val="FF0000"/>
                </a:solidFill>
              </a:rPr>
              <a:t>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picture is not None:</a:t>
            </a:r>
          </a:p>
          <a:p>
            <a:pPr marL="0" indent="0">
              <a:buNone/>
            </a:pPr>
            <a:r>
              <a:rPr lang="en-US" dirty="0" err="1"/>
              <a:t>st.image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caption="Uploaded Image”)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2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175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Streamlit for Front End</vt:lpstr>
      <vt:lpstr>PowerPoint Presentation</vt:lpstr>
      <vt:lpstr>Slider for selecting a range of salary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 Front End</dc:title>
  <dc:creator>CUI</dc:creator>
  <cp:lastModifiedBy>Fahad Amin</cp:lastModifiedBy>
  <cp:revision>11</cp:revision>
  <dcterms:created xsi:type="dcterms:W3CDTF">2024-09-05T04:06:59Z</dcterms:created>
  <dcterms:modified xsi:type="dcterms:W3CDTF">2026-02-25T08:29:48Z</dcterms:modified>
</cp:coreProperties>
</file>
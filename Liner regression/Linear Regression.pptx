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4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1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1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9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7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5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2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8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6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34A9D-E0C1-4FD2-BE0F-63AB0FBB833A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FC17D-C19F-4DCF-8389-32B590CE9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from </a:t>
            </a:r>
            <a:r>
              <a:rPr lang="en-US" dirty="0" err="1" smtClean="0">
                <a:solidFill>
                  <a:srgbClr val="FF0000"/>
                </a:solidFill>
              </a:rPr>
              <a:t>sklearn.linear_model</a:t>
            </a:r>
            <a:r>
              <a:rPr lang="en-US" dirty="0" smtClean="0">
                <a:solidFill>
                  <a:srgbClr val="FF0000"/>
                </a:solidFill>
              </a:rPr>
              <a:t> import </a:t>
            </a:r>
            <a:r>
              <a:rPr lang="en-US" dirty="0" err="1" smtClean="0">
                <a:solidFill>
                  <a:srgbClr val="FF0000"/>
                </a:solidFill>
              </a:rPr>
              <a:t>LinearRegression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import </a:t>
            </a:r>
            <a:r>
              <a:rPr lang="en-US" dirty="0" err="1" smtClean="0">
                <a:solidFill>
                  <a:srgbClr val="FF0000"/>
                </a:solidFill>
              </a:rPr>
              <a:t>numpy</a:t>
            </a:r>
            <a:r>
              <a:rPr lang="en-US" dirty="0" smtClean="0">
                <a:solidFill>
                  <a:srgbClr val="FF0000"/>
                </a:solidFill>
              </a:rPr>
              <a:t> as np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145" y="261257"/>
            <a:ext cx="10605655" cy="5915706"/>
          </a:xfrm>
        </p:spPr>
        <p:txBody>
          <a:bodyPr>
            <a:normAutofit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sklearn.linear_model</a:t>
            </a:r>
            <a:r>
              <a:rPr lang="en-US" dirty="0" smtClean="0"/>
              <a:t> import </a:t>
            </a:r>
            <a:r>
              <a:rPr lang="en-US" dirty="0" err="1" smtClean="0"/>
              <a:t>LinearRegression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np</a:t>
            </a:r>
          </a:p>
          <a:p>
            <a:endParaRPr lang="en-US" dirty="0" smtClean="0"/>
          </a:p>
          <a:p>
            <a:r>
              <a:rPr lang="en-US" dirty="0" smtClean="0"/>
              <a:t>Experience = </a:t>
            </a:r>
            <a:r>
              <a:rPr lang="en-US" dirty="0" err="1" smtClean="0"/>
              <a:t>np.array</a:t>
            </a:r>
            <a:r>
              <a:rPr lang="en-US" dirty="0" smtClean="0"/>
              <a:t>([[1], [2], [3], [4], [5]])</a:t>
            </a:r>
          </a:p>
          <a:p>
            <a:r>
              <a:rPr lang="en-US" dirty="0" smtClean="0"/>
              <a:t>Salary = </a:t>
            </a:r>
            <a:r>
              <a:rPr lang="en-US" dirty="0" err="1" smtClean="0"/>
              <a:t>np.array</a:t>
            </a:r>
            <a:r>
              <a:rPr lang="en-US" dirty="0" smtClean="0"/>
              <a:t>([10000, 20000, 30000, 40000, 50000])</a:t>
            </a:r>
          </a:p>
          <a:p>
            <a:endParaRPr lang="en-US" dirty="0" smtClean="0"/>
          </a:p>
          <a:p>
            <a:r>
              <a:rPr lang="en-US" dirty="0" smtClean="0"/>
              <a:t># Create and train the model</a:t>
            </a:r>
          </a:p>
          <a:p>
            <a:r>
              <a:rPr lang="en-US" dirty="0" smtClean="0"/>
              <a:t>model = </a:t>
            </a:r>
            <a:r>
              <a:rPr lang="en-US" dirty="0" err="1" smtClean="0"/>
              <a:t>LinearRegression</a:t>
            </a:r>
            <a:r>
              <a:rPr lang="en-US" dirty="0" smtClean="0"/>
              <a:t>().fit(Experience, Salary)</a:t>
            </a:r>
          </a:p>
          <a:p>
            <a:endParaRPr lang="en-US" dirty="0" smtClean="0"/>
          </a:p>
          <a:p>
            <a:r>
              <a:rPr lang="en-US" dirty="0" smtClean="0"/>
              <a:t>prediction = </a:t>
            </a:r>
            <a:r>
              <a:rPr lang="en-US" dirty="0" err="1" smtClean="0"/>
              <a:t>model.predict</a:t>
            </a:r>
            <a:r>
              <a:rPr lang="en-US" dirty="0" smtClean="0"/>
              <a:t>([[6]])</a:t>
            </a:r>
          </a:p>
          <a:p>
            <a:r>
              <a:rPr lang="en-US" dirty="0" smtClean="0"/>
              <a:t>print("Prediction for 6 years of experience:", prediction[0])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6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634" y="178130"/>
            <a:ext cx="11033166" cy="5998833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sklearn.linear_model</a:t>
            </a:r>
            <a:r>
              <a:rPr lang="en-US" dirty="0" smtClean="0"/>
              <a:t> import </a:t>
            </a:r>
            <a:r>
              <a:rPr lang="en-US" dirty="0" err="1" smtClean="0"/>
              <a:t>LinearRegression</a:t>
            </a:r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np</a:t>
            </a:r>
          </a:p>
          <a:p>
            <a:endParaRPr lang="en-US" dirty="0" smtClean="0"/>
          </a:p>
          <a:p>
            <a:r>
              <a:rPr lang="en-US" dirty="0" smtClean="0"/>
              <a:t>X = </a:t>
            </a:r>
            <a:r>
              <a:rPr lang="en-US" dirty="0" err="1" smtClean="0"/>
              <a:t>np.array</a:t>
            </a:r>
            <a:r>
              <a:rPr lang="en-US" dirty="0" smtClean="0"/>
              <a:t>([</a:t>
            </a:r>
          </a:p>
          <a:p>
            <a:r>
              <a:rPr lang="en-US" dirty="0" smtClean="0"/>
              <a:t>    [1, 12, 1],  # 1 year of experience, 12 years of education, location 1</a:t>
            </a:r>
          </a:p>
          <a:p>
            <a:r>
              <a:rPr lang="en-US" dirty="0" smtClean="0"/>
              <a:t>    [2, 14, 2],  # 2 years of experience, 14 years of education, location 2</a:t>
            </a:r>
          </a:p>
          <a:p>
            <a:r>
              <a:rPr lang="en-US" dirty="0" smtClean="0"/>
              <a:t>    [3, 16, 3],  # 3 years of experience, 16 years of education, location 3</a:t>
            </a:r>
          </a:p>
          <a:p>
            <a:r>
              <a:rPr lang="en-US" dirty="0" smtClean="0"/>
              <a:t>    [4, 12, 2],  # 4 years of experience, 12 years of education, location 2</a:t>
            </a:r>
          </a:p>
          <a:p>
            <a:r>
              <a:rPr lang="en-US" dirty="0" smtClean="0"/>
              <a:t>    [5, 16, 1]   # 5 years of experience, 16 years of education, location 1</a:t>
            </a:r>
          </a:p>
          <a:p>
            <a:r>
              <a:rPr lang="en-US" dirty="0" smtClean="0"/>
              <a:t>])</a:t>
            </a:r>
          </a:p>
          <a:p>
            <a:endParaRPr lang="en-US" dirty="0" smtClean="0"/>
          </a:p>
          <a:p>
            <a:r>
              <a:rPr lang="en-US" dirty="0" smtClean="0"/>
              <a:t>Salary = </a:t>
            </a:r>
            <a:r>
              <a:rPr lang="en-US" dirty="0" err="1" smtClean="0"/>
              <a:t>np.array</a:t>
            </a:r>
            <a:r>
              <a:rPr lang="en-US" dirty="0" smtClean="0"/>
              <a:t>([20000, 30000, 50000, 40000, 60000])</a:t>
            </a:r>
          </a:p>
          <a:p>
            <a:endParaRPr lang="en-US" dirty="0" smtClean="0"/>
          </a:p>
          <a:p>
            <a:r>
              <a:rPr lang="en-US" dirty="0" smtClean="0"/>
              <a:t># Create and train the model using multiple features</a:t>
            </a:r>
          </a:p>
          <a:p>
            <a:r>
              <a:rPr lang="en-US" dirty="0" smtClean="0"/>
              <a:t>model = </a:t>
            </a:r>
            <a:r>
              <a:rPr lang="en-US" dirty="0" err="1" smtClean="0"/>
              <a:t>LinearRegression</a:t>
            </a:r>
            <a:r>
              <a:rPr lang="en-US" dirty="0" smtClean="0"/>
              <a:t>().fit(X, Salary)</a:t>
            </a:r>
          </a:p>
          <a:p>
            <a:endParaRPr lang="en-US" dirty="0" smtClean="0"/>
          </a:p>
          <a:p>
            <a:r>
              <a:rPr lang="en-US" dirty="0" smtClean="0"/>
              <a:t># Make a prediction for someone with 6 years of experience, 15 years of education, and location 2</a:t>
            </a:r>
          </a:p>
          <a:p>
            <a:r>
              <a:rPr lang="en-US" dirty="0" smtClean="0"/>
              <a:t>prediction = </a:t>
            </a:r>
            <a:r>
              <a:rPr lang="en-US" dirty="0" err="1" smtClean="0"/>
              <a:t>model.predict</a:t>
            </a:r>
            <a:r>
              <a:rPr lang="en-US" dirty="0" smtClean="0"/>
              <a:t>([[6, 15, 2]])</a:t>
            </a:r>
          </a:p>
          <a:p>
            <a:r>
              <a:rPr lang="en-US" dirty="0" smtClean="0"/>
              <a:t>print("Prediction for input (6 years experience, 15 years education, location 2):", prediction[0])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6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278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Libraries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CUI</cp:lastModifiedBy>
  <cp:revision>4</cp:revision>
  <dcterms:created xsi:type="dcterms:W3CDTF">2024-09-05T05:30:30Z</dcterms:created>
  <dcterms:modified xsi:type="dcterms:W3CDTF">2024-09-05T14:37:10Z</dcterms:modified>
</cp:coreProperties>
</file>